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开场：一句话说明我们是帮用户在 10 分钟内拿到能照着走的本地行程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 OTA/独立 App/对话助手四类痛点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1732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现在就出发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242316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本地路线智能规划管家 · 点评管家 App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赛题5 · 决赛 · Demo 121.41.81.58:8081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10min 路演 + 10min 答辩 · 可现场演示（非视频）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我们在解决什么问题？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竞品快，但复杂约束漏、规划波动大、界面像工具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黑盒等待 — 发完消息不知道 Agent 有没有在干活，5 秒以上就焦虑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约束遗漏 — 闭馆日、预算、无障碍、赶车时间经常被忽略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质量波动 — 多 POI 串联有时像「编」出来的，同一需求每次差很多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工具感强 — 话术像报告、UI 像调试台，不像朋友帮你安排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我们的解法：真实 POI 检索 + 算路打底 · Harness 保稳定 · App 朋友化交付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产品是什么？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端单列对话 · 同一后端 · 决赛演示 App :8081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点评管家 — 手机上的本地逛吃规划搭子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流程：一句人话 → 2～3 道选择题补槽 → 查天气/搜 POI/算路 → 流式方案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POI 横卡内嵌每日行程 · 小地图可展开 · chips 追问局部改方案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固定大脑：豆包 Seed 2.0 Lite（11 模型横向评测综合分第一）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术语：POI = 真实地点（店/景点）；补槽 = 用选择题补齐预算/偏好等约束</a:t>
            </a:r>
            <a:endParaRPr lang="en-US" sz="1300" dirty="0"/>
          </a:p>
        </p:txBody>
      </p:sp>
      <p:pic>
        <p:nvPicPr>
          <p:cNvPr id="6" name="Image 0" descr="D:\projects\meituan hackathon\meituan-lifecare-agent\pitch-deck\assets\02-pl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205" y="205740"/>
            <a:ext cx="2016125" cy="43630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7580142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完整方案 · POI 卡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 交互流程（一）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开口补槽 → 过程可见 → 方案流出</a:t>
            </a:r>
            <a:endParaRPr lang="en-US" sz="1100" dirty="0"/>
          </a:p>
        </p:txBody>
      </p:sp>
      <p:pic>
        <p:nvPicPr>
          <p:cNvPr id="5" name="Image 0" descr="D:\projects\meituan hackathon\meituan-lifecare-agent\pitch-deck\assets\01-inta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052" y="749808"/>
            <a:ext cx="1542237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94052" y="4123944"/>
            <a:ext cx="1542237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开口 + 选择题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（travel-intake 补槽，Stage A 禁搜点）</a:t>
            </a:r>
            <a:endParaRPr lang="en-US" sz="900" dirty="0"/>
          </a:p>
        </p:txBody>
      </p:sp>
      <p:pic>
        <p:nvPicPr>
          <p:cNvPr id="7" name="Image 1" descr="D:\projects\meituan hackathon\meituan-lifecare-agent\pitch-deck\assets\03-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881" y="749808"/>
            <a:ext cx="1542237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00881" y="4123944"/>
            <a:ext cx="1542237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进度 + 流式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（ThinkingBubble，规则映射 toolSteps）</a:t>
            </a:r>
            <a:endParaRPr lang="en-US" sz="900" dirty="0"/>
          </a:p>
        </p:txBody>
      </p:sp>
      <p:pic>
        <p:nvPicPr>
          <p:cNvPr id="9" name="Image 2" descr="D:\projects\meituan hackathon\meituan-lifecare-agent\pitch-deck\assets\02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711" y="749808"/>
            <a:ext cx="1542237" cy="3337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07711" y="4123944"/>
            <a:ext cx="1542237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完整方案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（表格 + POI 卡 + 动线）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进度条：用户发消息后、正式回复前必有单行朋友化文案（最短 ~0.75s）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 交互流程（二）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POI 地点栏 · 行程一览 · 猜你想问</a:t>
            </a:r>
            <a:endParaRPr lang="en-US" sz="1100" dirty="0"/>
          </a:p>
        </p:txBody>
      </p:sp>
      <p:pic>
        <p:nvPicPr>
          <p:cNvPr id="5" name="Image 0" descr="D:\projects\meituan hackathon\meituan-lifecare-agent\pitch-deck\assets\02-pl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9743" y="749808"/>
            <a:ext cx="1542237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69743" y="4123944"/>
            <a:ext cx="1542237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POI 横卡：评分/人均/距你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点击跳转高德 · 正文去重链接</a:t>
            </a:r>
            <a:endParaRPr lang="en-US" sz="900" dirty="0"/>
          </a:p>
        </p:txBody>
      </p:sp>
      <p:pic>
        <p:nvPicPr>
          <p:cNvPr id="7" name="Image 1" descr="D:\projects\meituan hackathon\meituan-lifecare-agent\pitch-deck\assets\04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749808"/>
            <a:ext cx="1542237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32020" y="4123944"/>
            <a:ext cx="1542237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行程一览图 + chips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追问 = 完整新一轮对话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异步分层：先文字流式 → 后 itinerary-image 插画 → 地图异步补全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体验设计：UI + Agent 双层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工具感 = 报告腔 Agent + 控制台 UI，必须两层同步改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3977640"/>
          </a:xfrm>
          <a:prstGeom prst="roundRect">
            <a:avLst>
              <a:gd name="adj" fmla="val 1149"/>
            </a:avLst>
          </a:prstGeom>
          <a:solidFill>
            <a:srgbClr val="FFF8E1"/>
          </a:solidFill>
          <a:ln w="9525">
            <a:solidFill>
              <a:srgbClr val="FFC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914400"/>
            <a:ext cx="411480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84048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 层（App 8081）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美团黄 #ffc300 + 浅色方案泡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进度条在聊天气泡内，非底部 timeline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POI 横卡可跳高德 · 地图可展开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仅 .stream 内滚动，无整页双滚动条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024128"/>
            <a:ext cx="384048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层（SOUL.md）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称呼「你/咱们」，先口语总评再时间表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禁止客服腔；追问短答不重复贴整表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B 阶段 ack 不进对话区，仅进度条展示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进度文案前端规则生成，零额外 LLM 成本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持久会话 · 四 Skill · Harness · 真实 MCP</a:t>
            </a:r>
            <a:endParaRPr lang="en-US" sz="1200" dirty="0"/>
          </a:p>
        </p:txBody>
      </p:sp>
      <p:pic>
        <p:nvPicPr>
          <p:cNvPr id="5" name="Image 0" descr="D:\projects\meituan hackathon\meituan-lifecare-agent\pitch-deck\assets\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507492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914400"/>
            <a:ext cx="32461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Gateway：WebSocket 中枢，Session 持久化，ReAct 工具循环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SOUL.md：阶段 A 补槽 → B 搜点算路 → C 出方案；A 阶段 Pre-Tool 禁 search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Harness：Pre 参数/阶段校验 · Post Markdown/Mermaid 修复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MCP：高德 POI+算路 · Open-Meteo · Redis 缓存（不可达则降级）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LLM：Seed 2.0 Lite · 11 模型×3 任务选型第一 · 现网首字 &lt;5s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43220" y="3703320"/>
            <a:ext cx="3637280" cy="1014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7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= 会话基础设施，连接断开会话不丢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7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= 可复用能力模块（补槽/规划/算路/偏好）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7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= Agent 侧车护栏，约束工具调用与输出质量</a:t>
            </a:r>
            <a:endParaRPr lang="en-US" sz="7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7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 = 模型调用外部工具的标准协议层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模型怎么选的？11 模型 × 3 任务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人工走查 App + OpenClaw session 自动 rubric · 每模型 3 道代表题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28600" y="804545"/>
          <a:ext cx="8234680" cy="2399665"/>
        </p:xfrm>
        <a:graphic>
          <a:graphicData uri="http://schemas.openxmlformats.org/drawingml/2006/table">
            <a:tbl>
              <a:tblPr/>
              <a:tblGrid>
                <a:gridCol w="504825"/>
                <a:gridCol w="2668270"/>
                <a:gridCol w="1038225"/>
                <a:gridCol w="894715"/>
                <a:gridCol w="893445"/>
                <a:gridCol w="793115"/>
                <a:gridCol w="1442085"/>
              </a:tblGrid>
              <a:tr h="309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达标率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首字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总时长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综合分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结论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Seed 2.0 Lite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96.3%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&lt;5s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&lt;35s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0.94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现网默认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DeepSeek V4 Flash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95.8%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19.5s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61s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0.88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速度备选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Seed 2.0 Code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70.4%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24.7s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94s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0.74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困难不稳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Seed 2.0 Pro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100%*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22.8s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56s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0.73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话术好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Kimi K2.6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87.5%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38.2s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0.71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首响偏慢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GLM-4.7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62.5%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19.0s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65s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0.70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易空答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MiniMax M3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52.3%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33.7s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82s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0.55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不推荐</a:t>
                      </a:r>
                      <a:endParaRPr lang="en-US" sz="1050" dirty="0">
                        <a:solidFill>
                          <a:srgbClr val="3D3D3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383280"/>
            <a:ext cx="8503920" cy="1664208"/>
          </a:xfrm>
          <a:prstGeom prst="rect">
            <a:avLst/>
          </a:prstGeom>
          <a:solidFill>
            <a:srgbClr val="FFF8E1"/>
          </a:solidFill>
          <a:ln w="6350">
            <a:solidFill>
              <a:srgbClr val="FFC3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56432"/>
            <a:ext cx="8229600" cy="1572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达标率（Mean Reward）= 每条 rubric（须调天气/须搜 POI/预算符合等）达标比例，对 3 题取平均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首字 = 用户发消息后到 Agent 出第一个字的耗时；总时长 = 各轮回复 duration 之和（不含用户停顿）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综合分 = 55%×达标率 + 22.5%×首字得分 + 22.5%×总时长得分（≤10s/≤90s 满分）− 工具降级惩罚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Lite 首字/总时长为 bootstrap 优化后现网实测；其余为 2026-06 横向评测原始值</a:t>
            </a:r>
            <a:endParaRPr lang="en-US" sz="1050" dirty="0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评测体系：选型 → 深测 → 迭代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现网模型来自 11×3 横向，不是只跑 Qwen 一家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 · 11 模型×3 任务人工横向（2026-06）→ 选定 Seed Lite 上线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第二层 · 6.3 自动化批测（50 题考卷 + 滑动窗口 rubric）→ Qwen 等深测 Harness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第三层 · SOUL/Harness 迭代后回归 → Full Success 82%→90%，工具精准 66%→95%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rubric = 可检查清单（如「是否调用天气」「是否≥3 POI」「预算是否匹配」）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Orchestrator = 用户模拟 LLM + Agent + 环境工具 + 裁判 LLM 的三方自动循环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赛题硬性约束 · 我们怎么满足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完整性 · 创新性 · 工程化 — 评审三维对齐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3977640"/>
          </a:xfrm>
          <a:prstGeom prst="roundRect">
            <a:avLst>
              <a:gd name="adj" fmla="val 1695"/>
            </a:avLst>
          </a:prstGeom>
          <a:solidFill>
            <a:srgbClr val="FFF8E1"/>
          </a:solidFill>
          <a:ln w="9525">
            <a:solidFill>
              <a:srgbClr val="FFC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5156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硬性约束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2478024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 Token &lt; 10s → 两阶段补槽 + bootstrap，现网 &lt;5s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POI 餐饮 + 文化 → Skill 强制双类型搜索 + Harness 校验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单路线 ≥3 POI → 半天 ≥3 锚点 + 1 餐，点间必算路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697480" cy="397764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5156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64408" y="1417320"/>
            <a:ext cx="2478024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POI 经纬度/地址来自高德，拒绝脑补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SOUL 预留吃饭、赶路、闭馆冲突处理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冲突需求 explicit trade-off 说明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960120"/>
            <a:ext cx="2697480" cy="397764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105156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创新性 &amp; 工程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48" y="1417320"/>
            <a:ext cx="2478024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 朋友化 UI + SOUL 双层体验创新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MCP 检索 + 算路，非纯生成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+ GitHub + 方案文档可复现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 &amp; 交付物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数据可验证 · 决赛三项交付齐全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9601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24128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82→90%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任务成功率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题 rubric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51176" y="9601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51176" y="1024128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66→95%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51176" y="14447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工具精准率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51176" y="171907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Harness+SOUL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24128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14447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POI 双类型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餐饮+文化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02552" y="9601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02552" y="1024128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&lt;5s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02552" y="14447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 Token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02552" y="171907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bootstrap 后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331720"/>
            <a:ext cx="832104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 Demo：https://121.41.81.58:8081（App 壳 · 自签证书需继续访问）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代码：gateway-chat-ui · OpenClaw workspace · MCP · Harness · 评测流水线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文档：产品设计思路.md · App UI方案.md · 11 模型横向报告 · 6.3 批测方案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部署：ECS + Docker Compose + nginx 8081 · npm run build:app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现场演示脚本（约 3 分钟）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建议手机或窄屏 Chrome 打开 8081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发送：「我和老伴想在附近玩半天，少台阶少走路」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指给评委：进度条 → 选择题 pill → 提交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等方案流出：POI 横卡 · 浅色表格/Mermaid · 小地图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点 chip「路线再轻松点」→ 新进度条 + 局部修订方案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点 POI 卡 → 跳转高德详情页（真实 POI，非编造）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备用话术：OpenClaw 同 session 可追问；Harness 保证补槽阶段不会提前搜点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 · 欢迎提问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65760" y="278892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现在就出发 · 点评管家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3198</Words>
  <Application>WPS 演示</Application>
  <PresentationFormat>On-screen Show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现在就出发 · 点评管家</dc:title>
  <dc:creator>PptxGenJS</dc:creator>
  <dc:subject>PptxGenJS Presentation</dc:subject>
  <cp:lastModifiedBy>黄欣媛</cp:lastModifiedBy>
  <cp:revision>2</cp:revision>
  <dcterms:created xsi:type="dcterms:W3CDTF">2026-07-01T16:41:00Z</dcterms:created>
  <dcterms:modified xsi:type="dcterms:W3CDTF">2026-07-01T16:43:56Z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402BBA7B79C8428D8FC48474F9F1175F_12</vt:lpwstr>
  </property>
  <property fmtid="{D5CDD505-2E9C-101B-9397-08002B2CF9AE}" pid="3" name="KSOProductBuildVer">
    <vt:lpwstr>2052-12.1.0.26895</vt:lpwstr>
  </property>
</Properties>
</file>