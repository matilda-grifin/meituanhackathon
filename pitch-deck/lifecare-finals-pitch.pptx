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美团 · 点评黑客松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星途生活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StarRoute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顺路 · 一句话，排好你的本地逛吃路线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41148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514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对话助手：小星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本地路线智能规划  ·  真实地图算路  ·  可照着走的半日行程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4434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黄欣媛  |  浙江大学</a:t>
            </a:r>
            <a:endParaRPr lang="en-US" sz="1200" dirty="0"/>
          </a:p>
        </p:txBody>
      </p:sp>
      <p:pic>
        <p:nvPicPr>
          <p:cNvPr id="11" name="Image 0" descr="D:\projects\meituan hackathon\meituan-lifecare-agent\pitch-deck\assets\cover-b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502920"/>
            <a:ext cx="3337560" cy="3200400"/>
          </a:xfrm>
          <a:prstGeom prst="rect">
            <a:avLst/>
          </a:prstGeom>
        </p:spPr>
      </p:pic>
      <p:pic>
        <p:nvPicPr>
          <p:cNvPr id="12" name="Image 1" descr="D:\projects\meituan hackathon\meituan-lifecare-agent\pitch-deck\assets\demo-q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23560" y="3794760"/>
            <a:ext cx="1234440" cy="12344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506577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扫码体验 Demo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5440680" y="504748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121.41.81.58:8081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美团 · 点评黑客松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星途生活：帮用户把半下午逛吃，一次说清楚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星途生活 StarRoute 是一款对话式本地路线规划 Agent。用户用口语描述需求，小星先快速问清 2～3 个关键信息，再调用真实地图和天气，输出带时间表、店铺卡片和路线地图的完整方案；之后还能一句话改午饭、改节奏。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和搜索推荐最大的区别：不是扔候选店名单，而是直接交一条排好顺序、算好路程的动线。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" y="26060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2606040"/>
            <a:ext cx="2606040" cy="73152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28346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&lt; 5 秒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首次可见回应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794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选择题或进度提示，不用干等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0" y="26060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2606040"/>
            <a:ext cx="2606040" cy="73152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28346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337560" y="3474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规划完整通过率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3794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道测试题批量验证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89320" y="26060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89320" y="2606040"/>
            <a:ext cx="2606040" cy="73152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89320" y="28346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3 个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126480" y="3474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每方案地点数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26480" y="3794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餐饮 + 玩乐/文化两类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83680" y="2606040"/>
            <a:ext cx="2148840" cy="1691640"/>
          </a:xfrm>
          <a:prstGeom prst="rect">
            <a:avLst/>
          </a:prstGeom>
          <a:solidFill>
            <a:srgbClr val="F5F0ED"/>
          </a:solidFill>
          <a:ln w="19050">
            <a:solidFill>
              <a:srgbClr val="FF663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720840" y="304038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 生图占位 ]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metrics-three.png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三数字信息图（可选）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美团 · 点评黑客松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一次周末出行，用户要在多个 App 之间来回拼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05156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周六上午，小陈在美团输入：下午有空，想和朋友在公司附近逛三四个小时，吃点本地的，预算别太高。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典型路径：点评搜展览 → 地图看距离 → 再搜晚餐 → 心算闭馆 → 发现排队太长，重来一遍。同一件事，信息散在三四处，用户自己当调度员。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306324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信息碎片化：店名、评价、距离分散在不同界面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等待没反馈：长时间空白，不知道是在算还是卡死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回答太浅：只给店名，没有先玩哪、再吃哪、怎么过去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结果不稳定：同一句话问两次，质量差很多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349240" y="960120"/>
            <a:ext cx="3383280" cy="3840480"/>
          </a:xfrm>
          <a:prstGeom prst="rect">
            <a:avLst/>
          </a:prstGeom>
          <a:solidFill>
            <a:srgbClr val="F5F0ED"/>
          </a:solidFill>
          <a:ln w="19050">
            <a:solidFill>
              <a:srgbClr val="FF663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0" y="2468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 生图占位 ]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pain-fragmented.png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痛点插画 · 推荐生图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美团 · 点评黑客松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三个特点：快、全、稳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星途生活交付一整条本地路线，不是聊两句推荐三家店。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" y="1417320"/>
            <a:ext cx="49377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417320"/>
            <a:ext cx="73152" cy="960120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49047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 · 几秒内就有回应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180136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两阶段对话：信息未齐只出点选题，先不查地图；齐了再并行查天气、搜店、算路。多数 &lt; 5 秒可见回应。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560320"/>
            <a:ext cx="49377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560320"/>
            <a:ext cx="73152" cy="960120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63347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 · 吃玩都有、地点够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294436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强制餐饮 + 玩乐/文化两类；至少 3 个真实地点，相邻点地图算路，时间表留足移动和用餐。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3703320"/>
            <a:ext cx="49377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3703320"/>
            <a:ext cx="73152" cy="960120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77647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稳 · 同一需求，质量不飘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408736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阶段规则 + 四能力模块 + 50 题回归；11 模型横向评测选 Seed Lite。通过率 82%→90%，工具准确率 66%→95%。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32120" y="1325880"/>
            <a:ext cx="3200400" cy="3246120"/>
          </a:xfrm>
          <a:prstGeom prst="rect">
            <a:avLst/>
          </a:prstGeom>
          <a:solidFill>
            <a:srgbClr val="F5F0ED"/>
          </a:solidFill>
          <a:ln w="19050">
            <a:solidFill>
              <a:srgbClr val="FF663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669280" y="25374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 生图占位 ]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features-three.png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快/全/稳 三列图标 · 推荐生图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美团 · 点评黑客松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星途生活：在对话里交付一整条本地路线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05840"/>
          <a:ext cx="8503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00400"/>
                <a:gridCol w="42062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传统搜索 / 推荐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星途生活 StarRoute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交付物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候选列表，用户自己串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按时间排好的完整行程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交互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表单或多轮搜索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一句口语 + 点选 · 问小星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过程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常黑盒等待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气泡内可见查天气、搜店、串路线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改需求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往往重新搜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原方案上局部修改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397764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对本地生活：把「搜店」推进到「排好一整条」，缩短从想出去玩到敢出门的路径。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美团 · 点评黑客松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从小陈的半日下午：五步走完星途生活</a:t>
            </a:r>
            <a:endParaRPr lang="en-US" sz="2400" dirty="0"/>
          </a:p>
        </p:txBody>
      </p:sp>
      <p:pic>
        <p:nvPicPr>
          <p:cNvPr id="5" name="Image 0" descr="D:\projects\meituan hackathon\meituan-lifecare-agent\pitch-deck\assets\journey-5step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60120"/>
            <a:ext cx="8412480" cy="2148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32461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口语说意图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103120" y="32461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点选补信息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794760" y="32461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看见进展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0" y="32461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 完整方案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78040" y="32461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 改方案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11480" y="37033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小陈，25 岁运营：10 分钟内拿到能照着走的行程。Demo 脚本与这五步一致。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美团 · 点评黑客松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看起来像消费级产品，不像工程师调试台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0058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聊天气泡内进度：正在查申园… 单行朋友化，不用底部 debug 时间线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可点选补信息：A/B/C/D 点选，确认前不触发地图重查询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店铺横卡内嵌：图、评分、人均、距离，整卡跳转地图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分层交付：文字先流式 → 地图 → 行程一览图异步插入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+ 语气双层朋友化：点评橙浅色泡 + 小星口语总评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49240" y="960120"/>
            <a:ext cx="3383280" cy="3840480"/>
          </a:xfrm>
          <a:prstGeom prst="rect">
            <a:avLst/>
          </a:prstGeom>
          <a:solidFill>
            <a:srgbClr val="F5F0ED"/>
          </a:solidFill>
          <a:ln w="19050">
            <a:solidFill>
              <a:srgbClr val="FF6633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486400" y="2468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 生图占位 ]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ux-before-after.png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体验 before/after（可选）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美团 · 点评黑客松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真实数据算路 + 系统护栏，保证又快又稳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 → 对话网关 → 阶段规则 → 四能力模块 → 质量护栏 → 地图/天气 API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两阶段对话：信息齐之前只问问题，不齐不查地图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能力模块拆分：问需求、排行程、算路、读偏好，像插件组合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质量护栏：该查天气时必须查；输出格式坏了自动修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 不是写死脚本：根据真实搜店结果动态调整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257800" y="914400"/>
            <a:ext cx="3520440" cy="3886200"/>
          </a:xfrm>
          <a:prstGeom prst="rect">
            <a:avLst/>
          </a:prstGeom>
          <a:solidFill>
            <a:srgbClr val="F5F0ED"/>
          </a:solidFill>
          <a:ln w="19050">
            <a:solidFill>
              <a:srgbClr val="FF6633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394960" y="244602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 生图占位 ]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arch-diagram.png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架构流程图 · 推荐生图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美团 · 点评黑客松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朋友感 + 路线深度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85039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1371600"/>
                <a:gridCol w="1371600"/>
                <a:gridCol w="18288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维度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OTA AI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独立 App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点点/小团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星途生活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响应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快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参差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快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快 &lt;5s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复杂条件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易漏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弱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点选+护栏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多地点串联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一般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不稳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不稳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强制算路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方案深度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偏推荐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偏种草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偏问答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完整时间表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对话体验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偏工具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偏报告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朋友感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朋友感+路线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吸收点点/小团的聊天体验，补上 OTA 级路线深度；用真实地图数据保证可落地。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美团 · 点评黑客松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个模型横向评测 · 选出小星的大脑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14400"/>
          <a:ext cx="850392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17320"/>
                <a:gridCol w="685800"/>
                <a:gridCol w="502920"/>
                <a:gridCol w="594360"/>
                <a:gridCol w="502920"/>
                <a:gridCol w="10058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#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达标率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全过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首响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综合分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备注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1★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Seed 2.0 Lite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96.3%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2/3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15.7s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现网默认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DS V4 Flash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95.8%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2/3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19.5s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速度备选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Seed 2.0 Code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70.4%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2/3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24.7s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Seed 2.0 Pro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100%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2/3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22.8s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Kimi K2.6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87.5%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1/3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38.2s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首响慢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GLM-4.7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62.5%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1/3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19.0s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DS V4 Pro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79.2%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2/3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29.2s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MiniMax M2.7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62.5%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1/3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28.0s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0.68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MiniMax M3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52.3%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0/3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33.7s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Seed Code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18.8%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0/3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0.18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Kimi K2.7 Code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0%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0/3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0.07</a:t>
                      </a: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题回归：通过率 82%→90%  ·  工具准确率 66%→95%  ·  Demo 与测评同一套 Agent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72400" y="914400"/>
            <a:ext cx="1051560" cy="914400"/>
          </a:xfrm>
          <a:prstGeom prst="rect">
            <a:avLst/>
          </a:prstGeom>
          <a:solidFill>
            <a:srgbClr val="F5F0ED"/>
          </a:solidFill>
          <a:ln w="19050">
            <a:solidFill>
              <a:srgbClr val="FF6633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7909560" y="96012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 生图占位 ]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eval-flow.png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美团 · 点评黑客松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分钟 Demo：问小星，跟小陈走同一遍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85039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474720"/>
                <a:gridCol w="41148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步骤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你说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屏幕应出现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下午有空，想和朋友在公司附近逛三四个小时，吃点本地的，预算别太高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进度 → 2～3 道选择题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点选预算/偏好，确认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搜罗附近 → 查店名 → 串路线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等待流式输出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总览表 → 店铺横卡 → 地图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点一家店卡片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跳转高德店铺页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晚饭换一家便宜点的本地小馆，尽量室内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新进度 → 修订方案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D:\projects\meituan hackathon\meituan-lifecare-agent\pitch-deck\assets\demo-q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92440" y="960120"/>
            <a:ext cx="960120" cy="9601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955280" y="195681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扫码打开</a:t>
            </a:r>
            <a:endParaRPr lang="en-US" sz="750" dirty="0"/>
          </a:p>
        </p:txBody>
      </p:sp>
      <p:sp>
        <p:nvSpPr>
          <p:cNvPr id="8" name="Text 4"/>
          <p:cNvSpPr/>
          <p:nvPr/>
        </p:nvSpPr>
        <p:spPr>
          <a:xfrm>
            <a:off x="7909560" y="193852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121.41.81.58:8081</a:t>
            </a:r>
            <a:endParaRPr lang="en-US" sz="700" dirty="0"/>
          </a:p>
        </p:txBody>
      </p:sp>
      <p:sp>
        <p:nvSpPr>
          <p:cNvPr id="9" name="Shape 5"/>
          <p:cNvSpPr/>
          <p:nvPr/>
        </p:nvSpPr>
        <p:spPr>
          <a:xfrm>
            <a:off x="5669280" y="2148840"/>
            <a:ext cx="228600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0" y="27432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Demo 截图占位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demo-*.png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美团 · 点评黑客松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 · 创新性 · 应用效果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2697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143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2423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高德真实店铺与算路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餐饮+玩乐 ≥3 地点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时间表闭合、冲突有取舍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051560"/>
            <a:ext cx="2697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143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创新性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29000" y="1600200"/>
            <a:ext cx="2423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气泡进度、点选、横卡、分层出图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LLM+地图+质量护栏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小星朋友化语气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051560"/>
            <a:ext cx="2697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72200" y="1143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应用效果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309360" y="1600200"/>
            <a:ext cx="2423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 双端部署 8081/8080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题 90% + 11 模型报告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文档与脚本可复现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边界：偏好为模拟语料；本次聚焦路线规划，未做一键订座/下单。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美团 · 点评黑客松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评委可复现：代码、部署、文档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05840"/>
          <a:ext cx="85039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作用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OpenClaw 网关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多轮对话、流式、会话持久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能力模块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问需求 / 排行程 / 算路 / 偏好 / 排队模拟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质量护栏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阶段限制 + 输出修复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双端 UI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8081 答辩 · 8080 调试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Docker + ECS + Nginx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633"/>
          </a:solidFill>
          <a:ln w="12700">
            <a:solidFill>
              <a:srgbClr val="FF66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美团 · 点评黑客松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黄欣媛 · 浙江大学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2011680" cy="2560320"/>
          </a:xfrm>
          <a:prstGeom prst="rect">
            <a:avLst/>
          </a:prstGeom>
          <a:solidFill>
            <a:srgbClr val="F5F0ED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1148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照片占位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0" y="1234440"/>
            <a:ext cx="5943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独立交付：产品 · Agent · 护栏 · 前端 · 测评 · 生图链路 · 部署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Hackathon 周期内完成可演示闭环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架构可按模块对接真实 POI 与交易能力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0ED"/>
          </a:solidFill>
          <a:ln w="19050">
            <a:solidFill>
              <a:srgbClr val="FF6633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37160" y="2160270"/>
            <a:ext cx="8869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 生图占位 ]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closing-bg.png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封底背景（可选，有图会铺满）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星途生活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6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StarRoute · 顺路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让附近玩半天，真的只要一句话  ·  对话助手：小星</a:t>
            </a:r>
            <a:endParaRPr lang="en-US" sz="1400" dirty="0"/>
          </a:p>
        </p:txBody>
      </p:sp>
      <p:pic>
        <p:nvPicPr>
          <p:cNvPr id="7" name="Image 0" descr="D:\projects\meituan hackathon\meituan-lifecare-agent\pitch-deck\assets\demo-q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77640" y="3246120"/>
            <a:ext cx="1051560" cy="10515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840480" y="4334256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扫码体验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黄欣媛 · 浙江大学  |  感谢各位评委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566160" y="431596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121.41.81.58:8081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星途生活 StarRoute · 决赛路演</dc:title>
  <dc:subject>AI 本地路线智能规划</dc:subject>
  <dc:creator>黄欣媛</dc:creator>
  <cp:lastModifiedBy>黄欣媛</cp:lastModifiedBy>
  <cp:revision>1</cp:revision>
  <dcterms:created xsi:type="dcterms:W3CDTF">2026-07-12T12:33:32Z</dcterms:created>
  <dcterms:modified xsi:type="dcterms:W3CDTF">2026-07-12T12:33:32Z</dcterms:modified>
</cp:coreProperties>
</file>