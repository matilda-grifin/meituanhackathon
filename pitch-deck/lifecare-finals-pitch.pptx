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10min 介绍 + 10min 答辩 · 现场演示非视频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方向：真实 POI + 算路 · 朋友化对话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现在就出发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本地路线智能规划管家 · 点评管家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赛题5 · 决赛路演 · Demo: 121.41.81.58:8081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我们在解决什么问题？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用户要的是能照着走的行程，不是一份报告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等回复像黑盒 — 发完消息不知道 Agent 有没有在干活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复杂约束易漏 — 闭馆日、预算、无障碍、赶车经常被忽略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规划质量波动 — 多 POI 串联有时像编出来的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界面像工具 — 话术和 UI 都像控制台，不像朋友帮你安排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产品是什么？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一句人话 → 选择题补槽 → 查天气搜点算路 → 流式方案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「点评管家」— 手机上的本地逛吃规划搭子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固定模型：豆包 Seed 2.0 Lite（11 模型横向评测选出）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现场演示：https://121.41.81.58:8081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45352" y="996696"/>
            <a:ext cx="2194560" cy="4498848"/>
          </a:xfrm>
          <a:prstGeom prst="roundRect">
            <a:avLst>
              <a:gd name="adj" fmla="val 3333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7" name="Image 0" descr="D:\projects\meituan hackathon\meituan-lifecare-agent\pitch-deck\assets\02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60120"/>
            <a:ext cx="2194560" cy="4498848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217920" y="5513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完整方案预览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交互流程（一）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开口补槽 → 过程可见 → 方案流出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0684" y="1179576"/>
            <a:ext cx="2331720" cy="4780026"/>
          </a:xfrm>
          <a:prstGeom prst="roundRect">
            <a:avLst>
              <a:gd name="adj" fmla="val 3137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6" name="Image 0" descr="D:\projects\meituan hackathon\meituan-lifecare-agent\pitch-deck\assets\01-int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143000"/>
            <a:ext cx="2331720" cy="4780026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3252" y="597789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开口 + 选择题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33572" y="1179576"/>
            <a:ext cx="2331720" cy="4780026"/>
          </a:xfrm>
          <a:prstGeom prst="roundRect">
            <a:avLst>
              <a:gd name="adj" fmla="val 3137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9" name="Image 1" descr="D:\projects\meituan hackathon\meituan-lifecare-agent\pitch-deck\assets\03-st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143000"/>
            <a:ext cx="2331720" cy="4780026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3406140" y="597789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进度 + 流式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66460" y="1179576"/>
            <a:ext cx="2331720" cy="4780026"/>
          </a:xfrm>
          <a:prstGeom prst="roundRect">
            <a:avLst>
              <a:gd name="adj" fmla="val 3137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12" name="Image 2" descr="D:\projects\meituan hackathon\meituan-lifecare-agent\pitch-deck\assets\02-pl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1143000"/>
            <a:ext cx="2331720" cy="4780026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5939028" y="597789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完整方案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2920" y="4892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任意用户消息后、正式回复前必有单行进度 · 朋友化文案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交互流程（二）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 地点栏 · 行程一览 · 猜你想问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7652" y="1179576"/>
            <a:ext cx="2606040" cy="5342382"/>
          </a:xfrm>
          <a:prstGeom prst="roundRect">
            <a:avLst>
              <a:gd name="adj" fmla="val 2807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6" name="Image 0" descr="D:\projects\meituan hackathon\meituan-lifecare-agent\pitch-deck\assets\02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1143000"/>
            <a:ext cx="2606040" cy="5342382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1760220" y="654024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 横卡 + 地图动线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5172" y="1179576"/>
            <a:ext cx="2606040" cy="5342382"/>
          </a:xfrm>
          <a:prstGeom prst="roundRect">
            <a:avLst>
              <a:gd name="adj" fmla="val 2807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pic>
        <p:nvPicPr>
          <p:cNvPr id="9" name="Image 1" descr="D:\projects\meituan hackathon\meituan-lifecare-agent\pitch-deck\assets\04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143000"/>
            <a:ext cx="2606040" cy="5342382"/>
          </a:xfrm>
          <a:prstGeom prst="ellipse">
            <a:avLst/>
          </a:prstGeom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777740" y="654024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行程一览 + 追问 chips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4892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正文去重 amap 链接 · 先文字流式 · 后异步补图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体验设计：UI + Agent 双层朋友化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只改皮或只改提示词都不够，必须两层同步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FF8E1"/>
          </a:solidFill>
          <a:ln w="9525">
            <a:solidFill>
              <a:srgbClr val="FFC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51560"/>
            <a:ext cx="39776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层（App）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美团黄 + 浅色聊天壳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进度条在聊天流里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POI 卡可跳高德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层（SOUL）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称呼「你 / 咱们」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先口语总评再时间表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禁止客服腔 / 报告腔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持久会话 · 四 Skill · Harness 护栏 · 真实 MCP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8081 → OpenClaw Gateway → SOUL 人设与阶段路由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Skill：intake / planner / route / prefs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Harness：补槽阶段禁止搜点 · 输出自动修复 Markdown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MCP：高德 POI/算路 · Open-Meteo 天气 · Redis 缓存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模型怎么选的？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模型 × 3 任务 · 人工走查 App + session 自动 rubric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606040"/>
                <a:gridCol w="777240"/>
                <a:gridCol w="68580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达标率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豆包 Seed 2.0 Lite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现网默认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DeepSeek V4 Flash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速度备选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豆包 Seed 2.0 Code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困难不稳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Kimi K2.6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首响偏慢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GLM-4.7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易空答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T063_002 简单 / T063_034 中等 / T063_048 困难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 → 深测 → 迭代，三层闭环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11×3 人工横向 → 选定 Seed 2.0 Lite 上线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6.3 自动化批测（50 题）→ Qwen 深测与 Harness 迭代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回归验证 → 成功率 82%→90%，工具精准率 66%→95%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现网模型 = 11 模型横向胜出者，不是只跑 Qwen 一家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赛题对齐 &amp; 项目成果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 · 创新性 · 工程化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53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82→90%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53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66→95%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工具精准率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C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533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 Token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 Token &lt; 10s · POI 餐饮+文化 · 单路线 ≥3 POI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已部署 8081 · GitHub 代码 · 可现场演示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现场演示脚本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 分钟 · 建议手机或窄屏 Chrome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打开 8081，发送：「我和老伴想在附近玩半天，少台阶少走路」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指给评委：进度条 → 选择题 → 提交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等方案：POI 卡 · 浅色表格 · 小地图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点 chip「路线再轻松点」→ 追问 + 新进度 + 修订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点 POI 卡 → 跳转高德详情页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C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现在就出发 · 点评管家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现在就出发 · 点评管家</dc:title>
  <dc:subject>PptxGenJS Presentation</dc:subject>
  <dc:creator>点评管家</dc:creator>
  <cp:lastModifiedBy>点评管家</cp:lastModifiedBy>
  <cp:revision>1</cp:revision>
  <dcterms:created xsi:type="dcterms:W3CDTF">2026-07-01T16:29:47Z</dcterms:created>
  <dcterms:modified xsi:type="dcterms:W3CDTF">2026-07-01T16:29:47Z</dcterms:modified>
</cp:coreProperties>
</file>