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</a:defRPr>
            </a:pPr>
            <a:r>
              <a:t>现在就出发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D3D3D"/>
                </a:solidFill>
              </a:defRPr>
            </a:pPr>
            <a:r>
              <a:t>AI 本地路线智能规划管家 · 点评管家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6B6B"/>
                </a:solidFill>
              </a:defRPr>
            </a:pPr>
            <a:r>
              <a:t>赛题5 · 决赛路演 · Demo: https://121.41.81.58:8081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我们在解决什么问题？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用户想 10 分钟拿到能照着走的本地行程，但常见 AI 出行助手有四大痛点：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① 等回复像黑盒，不知道有没有在干活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② 复杂约束容易漏（闭馆日、预算、无障碍、赶车）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③ 多 POI 规划质量不稳定，有时像「编」出来的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④ 界面和话术像工具/报告，不像朋友帮你安排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我们的方向：真实 POI + 算路打底，朋友化对话交付。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产品是什么？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D3D3D"/>
                </a:solidFill>
              </a:defRPr>
            </a:pPr>
            <a:r>
              <a:t>「点评管家」— 手机上的本地逛吃规划搭子</a:t>
            </a:r>
          </a:p>
          <a:p>
            <a:pPr>
              <a:spcAft>
                <a:spcPts val="800"/>
              </a:spcAft>
              <a:defRPr sz="20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D3D3D"/>
                </a:solidFill>
              </a:defRPr>
            </a:pPr>
            <a:r>
              <a:t>用户用一句人话描述需求 → 轻量选择题补齐约束 →</a:t>
            </a:r>
          </a:p>
          <a:p>
            <a:pPr>
              <a:spcAft>
                <a:spcPts val="800"/>
              </a:spcAft>
              <a:defRPr sz="2000">
                <a:solidFill>
                  <a:srgbClr val="3D3D3D"/>
                </a:solidFill>
              </a:defRPr>
            </a:pPr>
            <a:r>
              <a:t>Agent 查天气、搜真实 POI、算路线 → 流式给出可执行方案</a:t>
            </a:r>
          </a:p>
          <a:p>
            <a:pPr>
              <a:spcAft>
                <a:spcPts val="800"/>
              </a:spcAft>
              <a:defRPr sz="20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D3D3D"/>
                </a:solidFill>
              </a:defRPr>
            </a:pPr>
            <a:r>
              <a:t>现场演示地址（请用 Chrome 打开，自签证书需点「继续访问」）：</a:t>
            </a:r>
          </a:p>
          <a:p>
            <a:pPr>
              <a:spcAft>
                <a:spcPts val="800"/>
              </a:spcAft>
              <a:defRPr sz="2000">
                <a:solidFill>
                  <a:srgbClr val="3D3D3D"/>
                </a:solidFill>
              </a:defRPr>
            </a:pPr>
            <a:r>
              <a:t>https://121.41.81.58:8081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用户开口 · 进度提示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任意发送消息后，正式回复前必有单行进度提示</a:t>
            </a:r>
          </a:p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例：🔍 听听你这趟想要什么… / 🔍 正在查申园…</a:t>
            </a:r>
          </a:p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朋友化语气，不是「4/5 步完成」这种工程话术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完整方案 · POI 地点栏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每日行程内嵌 POI 横卡：图、评分、人均、距你</a:t>
            </a:r>
          </a:p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正文自动去掉重复的大图和高德链接</a:t>
            </a:r>
          </a:p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动线、预算表使用浅色主题，手机上看清楚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流式交付 · 边想边出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方案边生成边展示，不用等整篇结束</a:t>
            </a:r>
          </a:p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先文字干货，后异步补行程一览插画图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追问调整 · 猜你想问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方案下方 chips：路线再轻松点 / 附近加一家咖啡…</a:t>
            </a:r>
          </a:p>
          <a:p>
            <a:pPr>
              <a:spcAft>
                <a:spcPts val="800"/>
              </a:spcAft>
              <a:defRPr sz="1600">
                <a:solidFill>
                  <a:srgbClr val="3D3D3D"/>
                </a:solidFill>
              </a:defRPr>
            </a:pPr>
            <a:r>
              <a:t>点击 = 完整新一轮对话，带进度条，支持局部改方案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体验设计：UI + Agent 双层朋友化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UI 层（App）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美团黄 + 浅色聊天壳，用户泡浅黄、方案泡白底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进度条在聊天流里，紧贴用户消息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POI 卡可点跳高德，地图可展开看路线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Agent 层（SOUL.md）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称呼用「你 / 咱们」，先口语总评再时间表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禁止客服腔；追问短答不重复贴整表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进度文案由前端规则映射，不额外占模型算力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技术架构：OpenClaw + Skill + Harness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OpenClaw：持久化会话，Web / App 同一 Gateway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四个 Skill 分工：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travel-intake — 补槽选择题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local-itinerary-planner — 长文方案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route-and-mobility — 高德算路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· mock-user-prefs-reviews — 偏好加权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Harness 护栏：补槽阶段禁止搜点；输出自动修复 Markdown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MCP 工具：高德 POI / 算路 + Open-Meteo 天气 + Redis 缓存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模型怎么选的？11 模型 × 3 任务人工评测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6629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有效计分</a:t>
                      </a:r>
                    </a:p>
                  </a:txBody>
                  <a:tcPr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方案达标率</a:t>
                      </a:r>
                    </a:p>
                  </a:txBody>
                  <a:tcPr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综合分</a:t>
                      </a:r>
                    </a:p>
                  </a:txBody>
                  <a:tcPr>
                    <a:solidFill>
                      <a:srgbClr val="FFC3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FFC30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豆包 Seed 2.0 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✅ 现网默认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DeepSeek V4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质量+速度备选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豆包 Seed 2.0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困难任务不稳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豆包 Seed 2.0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100%*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话术好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Kimi K2.6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首响偏慢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GLM-4.7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中等任务易空答</a:t>
                      </a:r>
                    </a:p>
                  </a:txBody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MiniMax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不推荐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6B6B"/>
                </a:solidFill>
              </a:defRPr>
            </a:pPr>
            <a:r>
              <a:t>任务：T063_002 简单 / T063_034 中等 / T063_048 困难 · 详见《11模型Agent横向评测报告》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1A1A"/>
                </a:solidFill>
              </a:defRPr>
            </a:pPr>
            <a:r>
              <a:t>评测体系：先选型，再深测，再迭代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第一层 · 11×3 人工横向（2026-06）→ 选定豆包 Seed 2.0 Lite 上线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第二层 · 6.3 自动化批测（50 题考卷 + 滑动窗口 rubric）→ 主攻 Qwen 等深测与迭代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第三层 · Harness / SOUL 迭代后回归 → 成功率 82% → 90%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6.3 批测借鉴 VitaBench：用户模拟 + Agent + 环境工具 + 裁判 LLM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与 11×3 区别：题量更大、全自动；11×3 更贴近真实 App 人工走查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现网模型 = 11 模型横向胜出者，不是只跑 Qwen 一家得出的结论。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赛题硬性约束 · 我们怎么满足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✅ 首 Token &lt; 10s：两阶段补槽 + bootstrap 预注入，实测常 &lt;5s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✅ POI 覆盖餐饮 + 文化：Skill 强制双类型搜索 + Harness 校验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✅ 单条路线 ≥3 个 POI：半天至少 3 锚点 + 1 餐，点间必算路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评审维度：完整性（真实 POI、合理时间）· 创新性（App 朋友化 UI）· 工程化（可演示 Demo + 文档 + 代码）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项目成果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任务成功率 82% → 90% · 工具精准率 66% → 95%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App 壳已部署 https://121.41.81.58:8081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GitHub 代码 + 方案文档 + 可现场演示（非视频）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交付清单：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· gateway-chat-ui（build:app）· OpenClaw workspace · MCP · Harness</a:t>
            </a:r>
          </a:p>
          <a:p>
            <a:pPr>
              <a:spcAft>
                <a:spcPts val="800"/>
              </a:spcAft>
              <a:defRPr sz="1800">
                <a:solidFill>
                  <a:srgbClr val="3D3D3D"/>
                </a:solidFill>
              </a:defRPr>
            </a:pPr>
            <a:r>
              <a:t>· 产品设计思路.md · App UI方案.md · 测评报告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1A"/>
                </a:solidFill>
              </a:defRPr>
            </a:pPr>
            <a:r>
              <a:t>现场演示脚本（约 3 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1. 手机打开 8081，发送：「我和老伴想在附近玩半天，少台阶少走路」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2. 指给评委看：进度条 → 选择题 → 提交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3. 等方案流出：POI 卡、浅色表格、小地图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4. 点「路线再轻松点」chip，展示追问 + 新进度 + 修订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5. 点开 POI 卡 → 跳转高德详情页</a:t>
            </a: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3D3D3D"/>
                </a:solidFill>
              </a:defRPr>
            </a:pPr>
            <a:r>
              <a:t>备用：若网络慢，可展示 GitHub 录屏前先用 mock 静态页 ui-redesign/app-mocks/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3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</a:defRPr>
            </a:pPr>
            <a:r>
              <a:t>谢谢 · 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